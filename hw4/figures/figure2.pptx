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6"/>
    <p:restoredTop sz="94655"/>
  </p:normalViewPr>
  <p:slideViewPr>
    <p:cSldViewPr snapToGrid="0" snapToObjects="1">
      <p:cViewPr>
        <p:scale>
          <a:sx n="150" d="100"/>
          <a:sy n="150" d="100"/>
        </p:scale>
        <p:origin x="-896" y="-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BEB1-628F-DB4F-8C11-3C3EAA561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6802A-EF3A-1243-8115-A2FDDC0E3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76863-4C8B-9D4E-8A34-3BD5B87A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D5441-6D6B-DB44-9070-CC3321AA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3555-D967-5C45-A18F-AECAA011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0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62E2-B5D8-9541-A8EC-86137C41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A8E40-6641-384F-9ABA-733140A89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BEDD5-83C1-984A-97AB-AF8D03E3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D5A3F-BA42-3242-89AD-8C9B0534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AD26-B428-CC47-874D-6A9B5179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39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8E80-8A3F-D547-8A9F-C0B6060D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01A46-60F7-E44E-9D98-087FA0213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EC7DF-8518-F64A-A33A-70566D96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DAC53-4717-074A-B347-AC830621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B16AC-9C00-2540-A513-BE71D5A1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3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EFFDF-85B1-C049-8A5E-18AC0AE6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A299-812E-D04E-B113-194E4BCEB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80187-A369-E542-BD34-3AF246DC2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9973A-B6C4-7F4D-8A1A-AED6D22F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853BB-1E8A-DE4A-A2CF-625F83A1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96161-A9B6-D94C-AE66-4E8B94E3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6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AE8A-E300-D746-94D4-04098A41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4F1A6-9EA0-F04F-9ABB-C5DFFBE9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4D05E-7A7B-774A-8ED9-78655F0AA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99F5E-3D66-1247-9FFB-A70E6A4D1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A5A99-288D-5245-A96E-E440488F5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48BDF8-B1A8-A04D-ADB4-D2C5D30E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6E9A9E-F760-9D48-B143-FE56ED21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30733-5062-804D-B23F-B160D3DD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2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27CDC-6703-414B-B0E2-C833AF9C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DD106-AD8B-FA48-8C8C-6462DF83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7DCAB-E8F2-094A-ADB6-62738581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E12EB-462F-2242-BF2A-8B653E2E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72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55566-1B72-B04F-9407-E4BFCFB6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42E0-E9B8-7D4E-82FB-FCAAFA1E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7DBDE-73BD-0E42-A43D-2697296B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62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2FB1-DEC9-B843-B28C-CAABC663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C4CD6-4AF3-5449-8983-B18CA5EE0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22E9C-C4DF-B74F-BA05-1DF5C312B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D57B-B352-254E-9016-4C4F4894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DEA08-6936-A14C-9F45-5F7C807B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E8DDF-1F18-3142-B50E-427E17F7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3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8E44-A1ED-2549-A3FF-5BC0F9B0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99707-CFAA-2848-BEA5-7CDF64870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D7F5F-409C-484F-92B9-9AFC1C389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7E186-2D9A-4948-B16E-A8CD5DAC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435AA-CBC0-984B-89D0-48538C59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13A3F-1253-E443-A8C8-EDAE99CA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1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8DA2-E99B-AB4E-B759-77AD2DB6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F859D-CFA1-7C42-BAB4-FCB57359D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364CF-0E7E-4D45-8623-1FCB9999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BE6A5-39F6-7D4D-BF1F-E1EE08E4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70F9-A992-8144-991D-4EB321DD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30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3E0F5-0BE6-5B49-B9C7-200A09BDD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BA39C-20F4-4D47-A918-E9E2B22D5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5CB0-E4FE-5547-B81C-64917411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F337D-7105-EB4F-8195-19559726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8B45-87EA-0F41-AEA3-B2952754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6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45C0D-D619-4D4A-B862-C5F5EE00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48A5A-6346-D645-B5D0-AB67946D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BAACB-5E50-8B42-A433-DCAF91845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A5939-C9B7-CC4A-B1EF-4833AD66B0D9}" type="datetimeFigureOut">
              <a:rPr lang="en-US" smtClean="0"/>
              <a:t>11/10/20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DCB4A-4EFF-664F-8692-8CBAC678E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F230-DE6B-3940-94D1-B7F79293C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AFE99-3093-BD4E-8ACD-27AF747C9A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2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17532E-77D1-8743-9705-E0F28E7A6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04271"/>
              </p:ext>
            </p:extLst>
          </p:nvPr>
        </p:nvGraphicFramePr>
        <p:xfrm>
          <a:off x="2032000" y="719666"/>
          <a:ext cx="4464334" cy="40792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232167">
                  <a:extLst>
                    <a:ext uri="{9D8B030D-6E8A-4147-A177-3AD203B41FA5}">
                      <a16:colId xmlns:a16="http://schemas.microsoft.com/office/drawing/2014/main" val="2883822182"/>
                    </a:ext>
                  </a:extLst>
                </a:gridCol>
                <a:gridCol w="2232167">
                  <a:extLst>
                    <a:ext uri="{9D8B030D-6E8A-4147-A177-3AD203B41FA5}">
                      <a16:colId xmlns:a16="http://schemas.microsoft.com/office/drawing/2014/main" val="2957156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Important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Uninportant 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73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waste_of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money_to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6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while_you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62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688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your_money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kinda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20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factori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369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few_months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920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small_and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34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not_recommend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to_carry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31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it_arrived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25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disappoint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concept_of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835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44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Camelia Daniela Brumar</dc:creator>
  <cp:lastModifiedBy>Camelia Daniela Brumar</cp:lastModifiedBy>
  <cp:revision>2</cp:revision>
  <dcterms:created xsi:type="dcterms:W3CDTF">2020-11-10T21:05:42Z</dcterms:created>
  <dcterms:modified xsi:type="dcterms:W3CDTF">2020-11-11T05:58:09Z</dcterms:modified>
</cp:coreProperties>
</file>